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81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957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4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90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49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615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593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65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85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58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902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0248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238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9343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756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855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94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5F56525-3637-40BA-AB55-B5698854C155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50C46A1-C0DD-4FAB-94C5-0EFD227C8A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4705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4208C9C-405F-9E6E-F4C5-5104D0B94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8056"/>
            <a:ext cx="12192000" cy="22830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7637CA4-CE0F-F7A4-FDE5-DC85E6339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7988"/>
            <a:ext cx="12192000" cy="1902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63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5B35FB1-387E-E676-A6B1-C7CE3B6387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810"/>
            <a:ext cx="12192000" cy="20746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607253C-5DD9-A4DE-37C4-2B83D81B3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5229"/>
            <a:ext cx="12192000" cy="264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73473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切片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mhz</dc:creator>
  <cp:lastModifiedBy>mhz</cp:lastModifiedBy>
  <cp:revision>2</cp:revision>
  <dcterms:created xsi:type="dcterms:W3CDTF">2026-05-21T09:07:57Z</dcterms:created>
  <dcterms:modified xsi:type="dcterms:W3CDTF">2026-05-21T09:19:25Z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2026-05-21T09:13:23Z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0ff95b76-8788-434d-8f9e-428d9167a7b3</vt:lpwstr>
  </property>
  <property fmtid="{D5CDD505-2E9C-101B-9397-08002B2CF9AE}" pid="7" name="MSIP_Label_defa4170-0d19-0005-0004-bc88714345d2_ActionId">
    <vt:lpwstr>95985657-32e3-4108-bd69-a01cb82257f0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